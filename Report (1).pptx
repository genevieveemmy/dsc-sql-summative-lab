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  <p:embeddedFont>
      <p:font typeface="Average"/>
      <p:regular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verage-regular.fntdata"/><Relationship Id="rId14" Type="http://schemas.openxmlformats.org/officeDocument/2006/relationships/font" Target="fonts/Roboto-boldItalic.fntdata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a3c89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a3c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a3c898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a3c8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c6fa3c898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c6fa3c8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a3c898_0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a3c89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a3c898_0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a3c89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REPORT</a:t>
            </a:r>
            <a:br>
              <a:rPr lang="en"/>
            </a:b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IMDB movies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2461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980">
                <a:latin typeface="Arial"/>
                <a:ea typeface="Arial"/>
                <a:cs typeface="Arial"/>
                <a:sym typeface="Arial"/>
              </a:rPr>
              <a:t>Business</a:t>
            </a:r>
            <a:endParaRPr b="1" sz="398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980">
                <a:latin typeface="Arial"/>
                <a:ea typeface="Arial"/>
                <a:cs typeface="Arial"/>
                <a:sym typeface="Arial"/>
              </a:rPr>
              <a:t>Question</a:t>
            </a:r>
            <a:endParaRPr b="1" sz="398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4731300" y="724200"/>
            <a:ext cx="4045200" cy="414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5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Which top directors have a proven track record of creating world-class hits in specific movie genres, and where should we invest in long-term creative partnerships?</a:t>
            </a:r>
            <a:endParaRPr b="1" sz="3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64425"/>
            <a:ext cx="85206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Cleaning Tasks Involved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 Handling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1" lang="e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Dropping columns with a lot of nulls, like the birth_year in persons table.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1" lang="e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Dropping rows with nulls if we need the value for research , we needed genres so nulls in genres are unacceptable.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52381"/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-37076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8217"/>
              <a:buFont typeface="Arial"/>
              <a:buChar char="●"/>
            </a:pPr>
            <a:r>
              <a:rPr b="1" lang="en" sz="243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Dropping columns that are irrelevant to our research question. Like birth_year . </a:t>
            </a:r>
            <a:endParaRPr b="1" sz="243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29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9457"/>
              <a:buFont typeface="Arial"/>
              <a:buChar char="●"/>
            </a:pPr>
            <a:r>
              <a:rPr b="1" lang="en" sz="243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Deduplication - get rid of possible repetitions like  job, characters, category in the principals table which primarily mean the same thing</a:t>
            </a:r>
            <a:endParaRPr b="1" sz="243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900"/>
              <a:t>Process</a:t>
            </a:r>
            <a:endParaRPr b="1" sz="2900"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answer this, we filtered our catalog to highlight only directors who consistently deliver top-tier quality specifically those who have directed </a:t>
            </a:r>
            <a:r>
              <a:rPr b="1"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than three movies</a:t>
            </a: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a single genre while maintaining an </a:t>
            </a:r>
            <a:r>
              <a:rPr b="1"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 viewer rating greater than or equal to 8.5 out of 10</a:t>
            </a: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ensures we are identifying true domain experts with sustained success rather than one-hit wonders.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0" name="Google Shape;80;p16"/>
          <p:cNvSpPr txBox="1"/>
          <p:nvPr>
            <p:ph idx="4294967295" type="body"/>
          </p:nvPr>
        </p:nvSpPr>
        <p:spPr>
          <a:xfrm flipH="1">
            <a:off x="9045900" y="1152475"/>
            <a:ext cx="9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Accomplishment 2</a:t>
            </a:r>
            <a:endParaRPr b="1" sz="2100">
              <a:solidFill>
                <a:schemeClr val="dk1"/>
              </a:solidFill>
            </a:endParaRPr>
          </a:p>
          <a:p>
            <a:pPr indent="-2540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600"/>
              <a:t>Ut enim ad minim veniam, quis nostrud exercitation ullamco laboris nisi ut aliquip ex ea commodo consequat.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Findings</a:t>
            </a:r>
            <a:endParaRPr b="1" sz="3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6543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b="1" lang="en" sz="278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Documentary is Top-Rated:</a:t>
            </a:r>
            <a:r>
              <a:rPr lang="en" sz="278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5 out of 6 directors on this list make documentaries. This genre consistently gets the highest ratings from viewers.</a:t>
            </a:r>
            <a:endParaRPr sz="278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543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b="1" lang="en" sz="278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 Standout:</a:t>
            </a:r>
            <a:r>
              <a:rPr lang="en" sz="278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278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Nabwana I.G.G.</a:t>
            </a:r>
            <a:r>
              <a:rPr lang="en" sz="278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only Action director on the list, scoring a very high </a:t>
            </a:r>
            <a:r>
              <a:rPr b="1" lang="en" sz="278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8.65</a:t>
            </a:r>
            <a:r>
              <a:rPr lang="en" sz="278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average rating across 4 films.</a:t>
            </a:r>
            <a:endParaRPr sz="278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543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b="1" lang="en" sz="278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Recommendation:</a:t>
            </a:r>
            <a:r>
              <a:rPr lang="en" sz="278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Partner with top documentary creators for high ratings, and work with high-performing action directors to capture big audience interest.</a:t>
            </a:r>
            <a:endParaRPr sz="278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